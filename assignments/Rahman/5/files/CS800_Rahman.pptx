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5" r:id="rId2"/>
    <p:sldId id="256" r:id="rId3"/>
    <p:sldId id="257" r:id="rId4"/>
    <p:sldId id="258" r:id="rId5"/>
    <p:sldId id="273" r:id="rId6"/>
    <p:sldId id="266" r:id="rId7"/>
    <p:sldId id="267" r:id="rId8"/>
    <p:sldId id="268" r:id="rId9"/>
    <p:sldId id="269" r:id="rId10"/>
    <p:sldId id="270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3933C-F43B-7E44-ACE1-6572F8CE3225}" v="216" dt="2026-03-22T17:54:47.572"/>
    <p1510:client id="{DCEC84D0-A3C0-450D-880C-ECBEF8ED17D0}" v="33" dt="2026-03-22T21:09:25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04"/>
    <p:restoredTop sz="94716"/>
  </p:normalViewPr>
  <p:slideViewPr>
    <p:cSldViewPr snapToGrid="0">
      <p:cViewPr varScale="1">
        <p:scale>
          <a:sx n="105" d="100"/>
          <a:sy n="105" d="100"/>
        </p:scale>
        <p:origin x="1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MAN, MD HABIBUR" userId="411965ad-0a78-48a3-837f-a2a8d4563414" providerId="ADAL" clId="{D749BB91-0544-48DF-AE52-07A013DD5260}"/>
    <pc:docChg chg="undo custSel addSld delSld modSld modMainMaster">
      <pc:chgData name="RAHMAN, MD HABIBUR" userId="411965ad-0a78-48a3-837f-a2a8d4563414" providerId="ADAL" clId="{D749BB91-0544-48DF-AE52-07A013DD5260}" dt="2026-03-22T21:08:56.090" v="1174" actId="47"/>
      <pc:docMkLst>
        <pc:docMk/>
      </pc:docMkLst>
      <pc:sldChg chg="del">
        <pc:chgData name="RAHMAN, MD HABIBUR" userId="411965ad-0a78-48a3-837f-a2a8d4563414" providerId="ADAL" clId="{D749BB91-0544-48DF-AE52-07A013DD5260}" dt="2026-03-22T21:08:56.090" v="1174" actId="47"/>
        <pc:sldMkLst>
          <pc:docMk/>
          <pc:sldMk cId="514162980" sldId="259"/>
        </pc:sldMkLst>
      </pc:sldChg>
      <pc:sldChg chg="del">
        <pc:chgData name="RAHMAN, MD HABIBUR" userId="411965ad-0a78-48a3-837f-a2a8d4563414" providerId="ADAL" clId="{D749BB91-0544-48DF-AE52-07A013DD5260}" dt="2026-03-22T20:32:56.730" v="884" actId="47"/>
        <pc:sldMkLst>
          <pc:docMk/>
          <pc:sldMk cId="2851005924" sldId="260"/>
        </pc:sldMkLst>
      </pc:sldChg>
      <pc:sldChg chg="del">
        <pc:chgData name="RAHMAN, MD HABIBUR" userId="411965ad-0a78-48a3-837f-a2a8d4563414" providerId="ADAL" clId="{D749BB91-0544-48DF-AE52-07A013DD5260}" dt="2026-03-22T20:32:56.730" v="884" actId="47"/>
        <pc:sldMkLst>
          <pc:docMk/>
          <pc:sldMk cId="3787242288" sldId="261"/>
        </pc:sldMkLst>
      </pc:sldChg>
      <pc:sldChg chg="del">
        <pc:chgData name="RAHMAN, MD HABIBUR" userId="411965ad-0a78-48a3-837f-a2a8d4563414" providerId="ADAL" clId="{D749BB91-0544-48DF-AE52-07A013DD5260}" dt="2026-03-22T20:32:56.730" v="884" actId="47"/>
        <pc:sldMkLst>
          <pc:docMk/>
          <pc:sldMk cId="1248548928" sldId="262"/>
        </pc:sldMkLst>
      </pc:sldChg>
      <pc:sldChg chg="del">
        <pc:chgData name="RAHMAN, MD HABIBUR" userId="411965ad-0a78-48a3-837f-a2a8d4563414" providerId="ADAL" clId="{D749BB91-0544-48DF-AE52-07A013DD5260}" dt="2026-03-22T20:32:56.730" v="884" actId="47"/>
        <pc:sldMkLst>
          <pc:docMk/>
          <pc:sldMk cId="2252507949" sldId="263"/>
        </pc:sldMkLst>
      </pc:sldChg>
      <pc:sldChg chg="del">
        <pc:chgData name="RAHMAN, MD HABIBUR" userId="411965ad-0a78-48a3-837f-a2a8d4563414" providerId="ADAL" clId="{D749BB91-0544-48DF-AE52-07A013DD5260}" dt="2026-03-22T20:32:56.730" v="884" actId="47"/>
        <pc:sldMkLst>
          <pc:docMk/>
          <pc:sldMk cId="4260350853" sldId="264"/>
        </pc:sldMkLst>
      </pc:sldChg>
      <pc:sldChg chg="addSp delSp modSp mod">
        <pc:chgData name="RAHMAN, MD HABIBUR" userId="411965ad-0a78-48a3-837f-a2a8d4563414" providerId="ADAL" clId="{D749BB91-0544-48DF-AE52-07A013DD5260}" dt="2026-03-22T20:52:13.185" v="1001" actId="1076"/>
        <pc:sldMkLst>
          <pc:docMk/>
          <pc:sldMk cId="1081084768" sldId="265"/>
        </pc:sldMkLst>
        <pc:spChg chg="mod">
          <ac:chgData name="RAHMAN, MD HABIBUR" userId="411965ad-0a78-48a3-837f-a2a8d4563414" providerId="ADAL" clId="{D749BB91-0544-48DF-AE52-07A013DD5260}" dt="2026-03-22T20:20:29.515" v="634" actId="113"/>
          <ac:spMkLst>
            <pc:docMk/>
            <pc:sldMk cId="1081084768" sldId="265"/>
            <ac:spMk id="2" creationId="{58E536A0-EEE9-262B-B0FF-5D2A4D573C11}"/>
          </ac:spMkLst>
        </pc:spChg>
        <pc:spChg chg="add del mod">
          <ac:chgData name="RAHMAN, MD HABIBUR" userId="411965ad-0a78-48a3-837f-a2a8d4563414" providerId="ADAL" clId="{D749BB91-0544-48DF-AE52-07A013DD5260}" dt="2026-03-22T20:21:44.767" v="663"/>
          <ac:spMkLst>
            <pc:docMk/>
            <pc:sldMk cId="1081084768" sldId="265"/>
            <ac:spMk id="3" creationId="{F2D1C776-0670-E8DD-FC7E-30F8595E2A75}"/>
          </ac:spMkLst>
        </pc:spChg>
        <pc:spChg chg="add del mod">
          <ac:chgData name="RAHMAN, MD HABIBUR" userId="411965ad-0a78-48a3-837f-a2a8d4563414" providerId="ADAL" clId="{D749BB91-0544-48DF-AE52-07A013DD5260}" dt="2026-03-22T20:19:21.917" v="614"/>
          <ac:spMkLst>
            <pc:docMk/>
            <pc:sldMk cId="1081084768" sldId="265"/>
            <ac:spMk id="4" creationId="{8C15AB35-A4D8-1197-91D5-1FE0BFC49131}"/>
          </ac:spMkLst>
        </pc:spChg>
        <pc:spChg chg="add mod">
          <ac:chgData name="RAHMAN, MD HABIBUR" userId="411965ad-0a78-48a3-837f-a2a8d4563414" providerId="ADAL" clId="{D749BB91-0544-48DF-AE52-07A013DD5260}" dt="2026-03-22T20:27:04.799" v="825" actId="113"/>
          <ac:spMkLst>
            <pc:docMk/>
            <pc:sldMk cId="1081084768" sldId="265"/>
            <ac:spMk id="5" creationId="{11F66CE1-ABF8-4A0A-6A2F-9E486D16363C}"/>
          </ac:spMkLst>
        </pc:spChg>
        <pc:spChg chg="add mod">
          <ac:chgData name="RAHMAN, MD HABIBUR" userId="411965ad-0a78-48a3-837f-a2a8d4563414" providerId="ADAL" clId="{D749BB91-0544-48DF-AE52-07A013DD5260}" dt="2026-03-22T20:38:10.519" v="914" actId="120"/>
          <ac:spMkLst>
            <pc:docMk/>
            <pc:sldMk cId="1081084768" sldId="265"/>
            <ac:spMk id="8" creationId="{67FAA5BA-B44B-DD61-CBE5-25ACFEB0D224}"/>
          </ac:spMkLst>
        </pc:spChg>
        <pc:spChg chg="add del mod">
          <ac:chgData name="RAHMAN, MD HABIBUR" userId="411965ad-0a78-48a3-837f-a2a8d4563414" providerId="ADAL" clId="{D749BB91-0544-48DF-AE52-07A013DD5260}" dt="2026-03-22T20:51:21.905" v="993" actId="478"/>
          <ac:spMkLst>
            <pc:docMk/>
            <pc:sldMk cId="1081084768" sldId="265"/>
            <ac:spMk id="10" creationId="{8844E955-EB08-686E-3EF9-B5541C9DF9D5}"/>
          </ac:spMkLst>
        </pc:spChg>
        <pc:spChg chg="add mod">
          <ac:chgData name="RAHMAN, MD HABIBUR" userId="411965ad-0a78-48a3-837f-a2a8d4563414" providerId="ADAL" clId="{D749BB91-0544-48DF-AE52-07A013DD5260}" dt="2026-03-22T20:27:07.974" v="826" actId="113"/>
          <ac:spMkLst>
            <pc:docMk/>
            <pc:sldMk cId="1081084768" sldId="265"/>
            <ac:spMk id="11" creationId="{EF751D32-6606-1BF5-EDC5-FA7DF04FE72D}"/>
          </ac:spMkLst>
        </pc:spChg>
        <pc:spChg chg="add mod">
          <ac:chgData name="RAHMAN, MD HABIBUR" userId="411965ad-0a78-48a3-837f-a2a8d4563414" providerId="ADAL" clId="{D749BB91-0544-48DF-AE52-07A013DD5260}" dt="2026-03-22T20:24:03.181" v="802" actId="1076"/>
          <ac:spMkLst>
            <pc:docMk/>
            <pc:sldMk cId="1081084768" sldId="265"/>
            <ac:spMk id="12" creationId="{74B85129-3D9B-EE62-969F-63E78862DD19}"/>
          </ac:spMkLst>
        </pc:spChg>
        <pc:spChg chg="mod">
          <ac:chgData name="RAHMAN, MD HABIBUR" userId="411965ad-0a78-48a3-837f-a2a8d4563414" providerId="ADAL" clId="{D749BB91-0544-48DF-AE52-07A013DD5260}" dt="2026-03-22T20:47:03.662" v="991" actId="20577"/>
          <ac:spMkLst>
            <pc:docMk/>
            <pc:sldMk cId="1081084768" sldId="265"/>
            <ac:spMk id="15" creationId="{86E5F42F-5E98-64AA-B48E-D95AA0F17F71}"/>
          </ac:spMkLst>
        </pc:spChg>
        <pc:grpChg chg="add mod">
          <ac:chgData name="RAHMAN, MD HABIBUR" userId="411965ad-0a78-48a3-837f-a2a8d4563414" providerId="ADAL" clId="{D749BB91-0544-48DF-AE52-07A013DD5260}" dt="2026-03-22T20:52:13.185" v="1001" actId="1076"/>
          <ac:grpSpMkLst>
            <pc:docMk/>
            <pc:sldMk cId="1081084768" sldId="265"/>
            <ac:grpSpMk id="13" creationId="{82D56982-EEDF-D5CA-6A23-DE008DD7E6D8}"/>
          </ac:grpSpMkLst>
        </pc:grpChg>
        <pc:picChg chg="add del mod">
          <ac:chgData name="RAHMAN, MD HABIBUR" userId="411965ad-0a78-48a3-837f-a2a8d4563414" providerId="ADAL" clId="{D749BB91-0544-48DF-AE52-07A013DD5260}" dt="2026-03-22T20:19:21.886" v="612" actId="21"/>
          <ac:picMkLst>
            <pc:docMk/>
            <pc:sldMk cId="1081084768" sldId="265"/>
            <ac:picMk id="7" creationId="{0494A25B-0A82-8137-A433-95273AE2328C}"/>
          </ac:picMkLst>
        </pc:picChg>
        <pc:picChg chg="add mod">
          <ac:chgData name="RAHMAN, MD HABIBUR" userId="411965ad-0a78-48a3-837f-a2a8d4563414" providerId="ADAL" clId="{D749BB91-0544-48DF-AE52-07A013DD5260}" dt="2026-03-22T20:52:04.652" v="1000" actId="14100"/>
          <ac:picMkLst>
            <pc:docMk/>
            <pc:sldMk cId="1081084768" sldId="265"/>
            <ac:picMk id="9" creationId="{0494A25B-0A82-8137-A433-95273AE2328C}"/>
          </ac:picMkLst>
        </pc:picChg>
      </pc:sldChg>
      <pc:sldChg chg="modSp mod">
        <pc:chgData name="RAHMAN, MD HABIBUR" userId="411965ad-0a78-48a3-837f-a2a8d4563414" providerId="ADAL" clId="{D749BB91-0544-48DF-AE52-07A013DD5260}" dt="2026-03-22T20:48:06.434" v="992" actId="1076"/>
        <pc:sldMkLst>
          <pc:docMk/>
          <pc:sldMk cId="2990153365" sldId="266"/>
        </pc:sldMkLst>
        <pc:spChg chg="mod">
          <ac:chgData name="RAHMAN, MD HABIBUR" userId="411965ad-0a78-48a3-837f-a2a8d4563414" providerId="ADAL" clId="{D749BB91-0544-48DF-AE52-07A013DD5260}" dt="2026-03-22T20:48:06.434" v="992" actId="1076"/>
          <ac:spMkLst>
            <pc:docMk/>
            <pc:sldMk cId="2990153365" sldId="266"/>
            <ac:spMk id="7" creationId="{320CCA9F-D674-E7BF-837F-F5C657E66667}"/>
          </ac:spMkLst>
        </pc:spChg>
      </pc:sldChg>
      <pc:sldChg chg="addSp modSp mod">
        <pc:chgData name="RAHMAN, MD HABIBUR" userId="411965ad-0a78-48a3-837f-a2a8d4563414" providerId="ADAL" clId="{D749BB91-0544-48DF-AE52-07A013DD5260}" dt="2026-03-22T20:46:06.485" v="969" actId="1076"/>
        <pc:sldMkLst>
          <pc:docMk/>
          <pc:sldMk cId="3616929452" sldId="273"/>
        </pc:sldMkLst>
        <pc:spChg chg="mod">
          <ac:chgData name="RAHMAN, MD HABIBUR" userId="411965ad-0a78-48a3-837f-a2a8d4563414" providerId="ADAL" clId="{D749BB91-0544-48DF-AE52-07A013DD5260}" dt="2026-03-22T20:32:12.231" v="878" actId="947"/>
          <ac:spMkLst>
            <pc:docMk/>
            <pc:sldMk cId="3616929452" sldId="273"/>
            <ac:spMk id="3" creationId="{573269C4-DCB0-337B-FCF5-97360EE6F836}"/>
          </ac:spMkLst>
        </pc:spChg>
        <pc:spChg chg="add mod">
          <ac:chgData name="RAHMAN, MD HABIBUR" userId="411965ad-0a78-48a3-837f-a2a8d4563414" providerId="ADAL" clId="{D749BB91-0544-48DF-AE52-07A013DD5260}" dt="2026-03-22T20:46:06.485" v="969" actId="1076"/>
          <ac:spMkLst>
            <pc:docMk/>
            <pc:sldMk cId="3616929452" sldId="273"/>
            <ac:spMk id="4" creationId="{8A05498E-9190-7348-72B7-C7649A343BA9}"/>
          </ac:spMkLst>
        </pc:spChg>
      </pc:sldChg>
      <pc:sldChg chg="modSp mod">
        <pc:chgData name="RAHMAN, MD HABIBUR" userId="411965ad-0a78-48a3-837f-a2a8d4563414" providerId="ADAL" clId="{D749BB91-0544-48DF-AE52-07A013DD5260}" dt="2026-03-22T19:44:34.673" v="305" actId="1076"/>
        <pc:sldMkLst>
          <pc:docMk/>
          <pc:sldMk cId="969236848" sldId="274"/>
        </pc:sldMkLst>
        <pc:spChg chg="mod">
          <ac:chgData name="RAHMAN, MD HABIBUR" userId="411965ad-0a78-48a3-837f-a2a8d4563414" providerId="ADAL" clId="{D749BB91-0544-48DF-AE52-07A013DD5260}" dt="2026-03-22T19:44:34.673" v="305" actId="1076"/>
          <ac:spMkLst>
            <pc:docMk/>
            <pc:sldMk cId="969236848" sldId="274"/>
            <ac:spMk id="2" creationId="{3C91D951-2C03-9FF8-4784-83DDD06F6BE5}"/>
          </ac:spMkLst>
        </pc:spChg>
      </pc:sldChg>
      <pc:sldChg chg="modSp mod">
        <pc:chgData name="RAHMAN, MD HABIBUR" userId="411965ad-0a78-48a3-837f-a2a8d4563414" providerId="ADAL" clId="{D749BB91-0544-48DF-AE52-07A013DD5260}" dt="2026-03-22T19:45:05.853" v="317" actId="208"/>
        <pc:sldMkLst>
          <pc:docMk/>
          <pc:sldMk cId="1541448575" sldId="281"/>
        </pc:sldMkLst>
        <pc:spChg chg="mod">
          <ac:chgData name="RAHMAN, MD HABIBUR" userId="411965ad-0a78-48a3-837f-a2a8d4563414" providerId="ADAL" clId="{D749BB91-0544-48DF-AE52-07A013DD5260}" dt="2026-03-22T19:45:05.853" v="317" actId="208"/>
          <ac:spMkLst>
            <pc:docMk/>
            <pc:sldMk cId="1541448575" sldId="281"/>
            <ac:spMk id="3" creationId="{4F8EA02A-BD31-3D8C-A209-77B6ED6F3CEE}"/>
          </ac:spMkLst>
        </pc:spChg>
        <pc:spChg chg="mod">
          <ac:chgData name="RAHMAN, MD HABIBUR" userId="411965ad-0a78-48a3-837f-a2a8d4563414" providerId="ADAL" clId="{D749BB91-0544-48DF-AE52-07A013DD5260}" dt="2026-03-22T19:44:56.689" v="315" actId="208"/>
          <ac:spMkLst>
            <pc:docMk/>
            <pc:sldMk cId="1541448575" sldId="281"/>
            <ac:spMk id="6" creationId="{C5282183-7903-47DB-CA20-0114314049A3}"/>
          </ac:spMkLst>
        </pc:spChg>
      </pc:sldChg>
      <pc:sldChg chg="addSp delSp modSp mod">
        <pc:chgData name="RAHMAN, MD HABIBUR" userId="411965ad-0a78-48a3-837f-a2a8d4563414" providerId="ADAL" clId="{D749BB91-0544-48DF-AE52-07A013DD5260}" dt="2026-03-22T20:03:54.164" v="532" actId="20577"/>
        <pc:sldMkLst>
          <pc:docMk/>
          <pc:sldMk cId="4125722052" sldId="283"/>
        </pc:sldMkLst>
        <pc:spChg chg="mod">
          <ac:chgData name="RAHMAN, MD HABIBUR" userId="411965ad-0a78-48a3-837f-a2a8d4563414" providerId="ADAL" clId="{D749BB91-0544-48DF-AE52-07A013DD5260}" dt="2026-03-22T19:28:06.537" v="2" actId="1076"/>
          <ac:spMkLst>
            <pc:docMk/>
            <pc:sldMk cId="4125722052" sldId="283"/>
            <ac:spMk id="2" creationId="{632F847F-53FE-AB5F-8348-085FABDE00A3}"/>
          </ac:spMkLst>
        </pc:spChg>
        <pc:graphicFrameChg chg="add del mod modGraphic">
          <ac:chgData name="RAHMAN, MD HABIBUR" userId="411965ad-0a78-48a3-837f-a2a8d4563414" providerId="ADAL" clId="{D749BB91-0544-48DF-AE52-07A013DD5260}" dt="2026-03-22T20:03:54.164" v="532" actId="20577"/>
          <ac:graphicFrameMkLst>
            <pc:docMk/>
            <pc:sldMk cId="4125722052" sldId="283"/>
            <ac:graphicFrameMk id="3" creationId="{A999C18F-BC43-D2A2-0D81-689907B66A8D}"/>
          </ac:graphicFrameMkLst>
        </pc:graphicFrameChg>
      </pc:sldChg>
      <pc:sldChg chg="addSp delSp modSp add del mod">
        <pc:chgData name="RAHMAN, MD HABIBUR" userId="411965ad-0a78-48a3-837f-a2a8d4563414" providerId="ADAL" clId="{D749BB91-0544-48DF-AE52-07A013DD5260}" dt="2026-03-22T21:08:53.666" v="1173" actId="47"/>
        <pc:sldMkLst>
          <pc:docMk/>
          <pc:sldMk cId="2408798688" sldId="284"/>
        </pc:sldMkLst>
        <pc:spChg chg="mod">
          <ac:chgData name="RAHMAN, MD HABIBUR" userId="411965ad-0a78-48a3-837f-a2a8d4563414" providerId="ADAL" clId="{D749BB91-0544-48DF-AE52-07A013DD5260}" dt="2026-03-22T21:01:31.173" v="1013" actId="1076"/>
          <ac:spMkLst>
            <pc:docMk/>
            <pc:sldMk cId="2408798688" sldId="284"/>
            <ac:spMk id="2" creationId="{6A3EFBF3-F852-06FF-6ADE-BE30E920430B}"/>
          </ac:spMkLst>
        </pc:spChg>
        <pc:spChg chg="add mod">
          <ac:chgData name="RAHMAN, MD HABIBUR" userId="411965ad-0a78-48a3-837f-a2a8d4563414" providerId="ADAL" clId="{D749BB91-0544-48DF-AE52-07A013DD5260}" dt="2026-03-22T21:07:52.200" v="1171" actId="20577"/>
          <ac:spMkLst>
            <pc:docMk/>
            <pc:sldMk cId="2408798688" sldId="284"/>
            <ac:spMk id="7" creationId="{1E9ED309-D366-537C-32B5-9D95EA1AD7DB}"/>
          </ac:spMkLst>
        </pc:spChg>
        <pc:graphicFrameChg chg="del modGraphic">
          <ac:chgData name="RAHMAN, MD HABIBUR" userId="411965ad-0a78-48a3-837f-a2a8d4563414" providerId="ADAL" clId="{D749BB91-0544-48DF-AE52-07A013DD5260}" dt="2026-03-22T20:59:32.983" v="1012" actId="478"/>
          <ac:graphicFrameMkLst>
            <pc:docMk/>
            <pc:sldMk cId="2408798688" sldId="284"/>
            <ac:graphicFrameMk id="3" creationId="{AB5701EE-420D-70A3-B1C1-EC6F4F13CFC9}"/>
          </ac:graphicFrameMkLst>
        </pc:graphicFrameChg>
      </pc:sldChg>
      <pc:sldMasterChg chg="addSp delSp modSp mod setBg modSldLayout">
        <pc:chgData name="RAHMAN, MD HABIBUR" userId="411965ad-0a78-48a3-837f-a2a8d4563414" providerId="ADAL" clId="{D749BB91-0544-48DF-AE52-07A013DD5260}" dt="2026-03-22T20:45:20.421" v="968"/>
        <pc:sldMasterMkLst>
          <pc:docMk/>
          <pc:sldMasterMk cId="2925423761" sldId="2147483648"/>
        </pc:sldMasterMkLst>
        <pc:spChg chg="add del mod">
          <ac:chgData name="RAHMAN, MD HABIBUR" userId="411965ad-0a78-48a3-837f-a2a8d4563414" providerId="ADAL" clId="{D749BB91-0544-48DF-AE52-07A013DD5260}" dt="2026-03-22T20:44:17.128" v="955" actId="14100"/>
          <ac:spMkLst>
            <pc:docMk/>
            <pc:sldMasterMk cId="2925423761" sldId="2147483648"/>
            <ac:spMk id="4" creationId="{6908FE66-FFA5-089D-63A8-1B23BB7960EE}"/>
          </ac:spMkLst>
        </pc:spChg>
        <pc:spChg chg="add del mod">
          <ac:chgData name="RAHMAN, MD HABIBUR" userId="411965ad-0a78-48a3-837f-a2a8d4563414" providerId="ADAL" clId="{D749BB91-0544-48DF-AE52-07A013DD5260}" dt="2026-03-22T20:44:44.347" v="963" actId="20577"/>
          <ac:spMkLst>
            <pc:docMk/>
            <pc:sldMasterMk cId="2925423761" sldId="2147483648"/>
            <ac:spMk id="5" creationId="{4A32E6C3-E513-03D2-7A31-4DC932B06849}"/>
          </ac:spMkLst>
        </pc:spChg>
        <pc:spChg chg="add del mod">
          <ac:chgData name="RAHMAN, MD HABIBUR" userId="411965ad-0a78-48a3-837f-a2a8d4563414" providerId="ADAL" clId="{D749BB91-0544-48DF-AE52-07A013DD5260}" dt="2026-03-22T20:45:04.896" v="966" actId="14100"/>
          <ac:spMkLst>
            <pc:docMk/>
            <pc:sldMasterMk cId="2925423761" sldId="2147483648"/>
            <ac:spMk id="6" creationId="{3C9BD81E-07A0-62BA-7712-0B3DC1044443}"/>
          </ac:spMkLst>
        </pc:spChg>
        <pc:spChg chg="add mod">
          <ac:chgData name="RAHMAN, MD HABIBUR" userId="411965ad-0a78-48a3-837f-a2a8d4563414" providerId="ADAL" clId="{D749BB91-0544-48DF-AE52-07A013DD5260}" dt="2026-03-22T20:43:51.381" v="939"/>
          <ac:spMkLst>
            <pc:docMk/>
            <pc:sldMasterMk cId="2925423761" sldId="2147483648"/>
            <ac:spMk id="7" creationId="{7D884689-F5E0-3249-128A-E1ED660BF84B}"/>
          </ac:spMkLst>
        </pc:spChg>
        <pc:spChg chg="add mod">
          <ac:chgData name="RAHMAN, MD HABIBUR" userId="411965ad-0a78-48a3-837f-a2a8d4563414" providerId="ADAL" clId="{D749BB91-0544-48DF-AE52-07A013DD5260}" dt="2026-03-22T20:43:51.381" v="939"/>
          <ac:spMkLst>
            <pc:docMk/>
            <pc:sldMasterMk cId="2925423761" sldId="2147483648"/>
            <ac:spMk id="8" creationId="{0952D8D6-E742-F519-4CCA-A7FED50DE781}"/>
          </ac:spMkLst>
        </pc:spChg>
        <pc:spChg chg="add mod">
          <ac:chgData name="RAHMAN, MD HABIBUR" userId="411965ad-0a78-48a3-837f-a2a8d4563414" providerId="ADAL" clId="{D749BB91-0544-48DF-AE52-07A013DD5260}" dt="2026-03-22T20:43:51.381" v="939"/>
          <ac:spMkLst>
            <pc:docMk/>
            <pc:sldMasterMk cId="2925423761" sldId="2147483648"/>
            <ac:spMk id="9" creationId="{D945BF2E-E833-F6A8-C91C-C1C853A0FEC3}"/>
          </ac:spMkLst>
        </pc:spChg>
        <pc:sldLayoutChg chg="modSp mod 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2620171848" sldId="2147483649"/>
          </pc:sldLayoutMkLst>
          <pc:spChg chg="mod">
            <ac:chgData name="RAHMAN, MD HABIBUR" userId="411965ad-0a78-48a3-837f-a2a8d4563414" providerId="ADAL" clId="{D749BB91-0544-48DF-AE52-07A013DD5260}" dt="2026-03-22T20:41:07.239" v="933" actId="20577"/>
            <ac:spMkLst>
              <pc:docMk/>
              <pc:sldMasterMk cId="2925423761" sldId="2147483648"/>
              <pc:sldLayoutMk cId="2620171848" sldId="2147483649"/>
              <ac:spMk id="4" creationId="{4C85EB1D-0FC6-82CD-DC08-A9431C693C41}"/>
            </ac:spMkLst>
          </pc:spChg>
          <pc:spChg chg="mod">
            <ac:chgData name="RAHMAN, MD HABIBUR" userId="411965ad-0a78-48a3-837f-a2a8d4563414" providerId="ADAL" clId="{D749BB91-0544-48DF-AE52-07A013DD5260}" dt="2026-03-22T20:40:58.266" v="920" actId="20577"/>
            <ac:spMkLst>
              <pc:docMk/>
              <pc:sldMasterMk cId="2925423761" sldId="2147483648"/>
              <pc:sldLayoutMk cId="2620171848" sldId="2147483649"/>
              <ac:spMk id="5" creationId="{CF8EEE99-72FF-7487-A5C7-6D994786F3C4}"/>
            </ac:spMkLst>
          </pc:spChg>
          <pc:spChg chg="mod">
            <ac:chgData name="RAHMAN, MD HABIBUR" userId="411965ad-0a78-48a3-837f-a2a8d4563414" providerId="ADAL" clId="{D749BB91-0544-48DF-AE52-07A013DD5260}" dt="2026-03-22T20:42:35.902" v="937" actId="20577"/>
            <ac:spMkLst>
              <pc:docMk/>
              <pc:sldMasterMk cId="2925423761" sldId="2147483648"/>
              <pc:sldLayoutMk cId="2620171848" sldId="2147483649"/>
              <ac:spMk id="6" creationId="{52803673-2C76-7924-5BDC-002DC7D682FA}"/>
            </ac:spMkLst>
          </pc:spChg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2299087282" sldId="2147483650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1791768507" sldId="2147483651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918817379" sldId="2147483652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662574466" sldId="2147483653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2510414062" sldId="2147483654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1125189185" sldId="2147483655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3949853770" sldId="2147483656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3534829187" sldId="2147483657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2678402992" sldId="2147483658"/>
          </pc:sldLayoutMkLst>
        </pc:sldLayoutChg>
        <pc:sldLayoutChg chg="setBg">
          <pc:chgData name="RAHMAN, MD HABIBUR" userId="411965ad-0a78-48a3-837f-a2a8d4563414" providerId="ADAL" clId="{D749BB91-0544-48DF-AE52-07A013DD5260}" dt="2026-03-22T20:45:20.421" v="968"/>
          <pc:sldLayoutMkLst>
            <pc:docMk/>
            <pc:sldMasterMk cId="2925423761" sldId="2147483648"/>
            <pc:sldLayoutMk cId="239894394" sldId="2147483659"/>
          </pc:sldLayoutMkLst>
        </pc:sldLayoutChg>
      </pc:sldMasterChg>
    </pc:docChg>
  </pc:docChgLst>
  <pc:docChgLst>
    <pc:chgData name="RAHMAN, MD HABIBUR" userId="411965ad-0a78-48a3-837f-a2a8d4563414" providerId="ADAL" clId="{01CB1A8D-2A72-5721-AB26-0CC425CE0EF5}"/>
    <pc:docChg chg="undo custSel modSld">
      <pc:chgData name="RAHMAN, MD HABIBUR" userId="411965ad-0a78-48a3-837f-a2a8d4563414" providerId="ADAL" clId="{01CB1A8D-2A72-5721-AB26-0CC425CE0EF5}" dt="2026-03-22T18:24:37.001" v="75" actId="22"/>
      <pc:docMkLst>
        <pc:docMk/>
      </pc:docMkLst>
      <pc:sldChg chg="addSp delSp modSp mod">
        <pc:chgData name="RAHMAN, MD HABIBUR" userId="411965ad-0a78-48a3-837f-a2a8d4563414" providerId="ADAL" clId="{01CB1A8D-2A72-5721-AB26-0CC425CE0EF5}" dt="2026-03-22T18:24:37.001" v="75" actId="22"/>
        <pc:sldMkLst>
          <pc:docMk/>
          <pc:sldMk cId="4125722052" sldId="283"/>
        </pc:sldMkLst>
        <pc:spChg chg="del">
          <ac:chgData name="RAHMAN, MD HABIBUR" userId="411965ad-0a78-48a3-837f-a2a8d4563414" providerId="ADAL" clId="{01CB1A8D-2A72-5721-AB26-0CC425CE0EF5}" dt="2026-03-22T18:16:27.252" v="71" actId="478"/>
          <ac:spMkLst>
            <pc:docMk/>
            <pc:sldMk cId="4125722052" sldId="283"/>
            <ac:spMk id="3" creationId="{D20C6DA7-6330-7E99-0CE2-8114BF124544}"/>
          </ac:spMkLst>
        </pc:spChg>
        <pc:spChg chg="del mod">
          <ac:chgData name="RAHMAN, MD HABIBUR" userId="411965ad-0a78-48a3-837f-a2a8d4563414" providerId="ADAL" clId="{01CB1A8D-2A72-5721-AB26-0CC425CE0EF5}" dt="2026-03-22T18:16:27.252" v="71" actId="478"/>
          <ac:spMkLst>
            <pc:docMk/>
            <pc:sldMk cId="4125722052" sldId="283"/>
            <ac:spMk id="4" creationId="{03901580-29A4-65A4-9917-08713D032305}"/>
          </ac:spMkLst>
        </pc:spChg>
        <pc:spChg chg="add del mod">
          <ac:chgData name="RAHMAN, MD HABIBUR" userId="411965ad-0a78-48a3-837f-a2a8d4563414" providerId="ADAL" clId="{01CB1A8D-2A72-5721-AB26-0CC425CE0EF5}" dt="2026-03-22T18:16:27.252" v="71" actId="478"/>
          <ac:spMkLst>
            <pc:docMk/>
            <pc:sldMk cId="4125722052" sldId="283"/>
            <ac:spMk id="5" creationId="{8BE8ACFB-16D9-E7EB-13EE-F25744149DE5}"/>
          </ac:spMkLst>
        </pc:spChg>
        <pc:spChg chg="add del mod">
          <ac:chgData name="RAHMAN, MD HABIBUR" userId="411965ad-0a78-48a3-837f-a2a8d4563414" providerId="ADAL" clId="{01CB1A8D-2A72-5721-AB26-0CC425CE0EF5}" dt="2026-03-22T18:16:27.252" v="71" actId="478"/>
          <ac:spMkLst>
            <pc:docMk/>
            <pc:sldMk cId="4125722052" sldId="283"/>
            <ac:spMk id="6" creationId="{56E7D18F-A7B8-E52B-CE66-F17EBAD043B4}"/>
          </ac:spMkLst>
        </pc:spChg>
        <pc:spChg chg="add del mod">
          <ac:chgData name="RAHMAN, MD HABIBUR" userId="411965ad-0a78-48a3-837f-a2a8d4563414" providerId="ADAL" clId="{01CB1A8D-2A72-5721-AB26-0CC425CE0EF5}" dt="2026-03-22T18:24:37.001" v="75" actId="22"/>
          <ac:spMkLst>
            <pc:docMk/>
            <pc:sldMk cId="4125722052" sldId="283"/>
            <ac:spMk id="8" creationId="{F9615022-1C5E-4EE7-9781-20D8C798F5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D386A-0D69-490C-BF28-DD8FD54F8C4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CDD61-5EAB-4712-B188-E8CD4A6C6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6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1ECF-E7A8-8DAA-FB47-B6D30D356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F9FB0-1288-A9A7-4AAA-1D0BB140A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EB1D-0FC6-82CD-DC08-A9431C69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EEE99-72FF-7487-A5C7-6D994786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03673-2C76-7924-5BDC-002DC7D6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8F2A-6CC8-3FAB-BFF7-F6164155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85DDE-AAFF-6674-A2B4-875247B18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EE0AC-4360-3088-AA3E-0B04402A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A259-D8C4-60E1-0BD5-A1883B17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87644-B960-6785-6A9C-2C851CCF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8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0E31-F9F8-E453-85E2-453214DB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D0612-D6B1-9B32-36A6-558C0578D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96AB-2F7A-98BC-823B-3A62BD1C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FD5AB-C61D-BDB5-850C-EC458E02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8E68-D4E7-9B00-C22E-B6E78676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6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EEA4-ADF6-E626-BC05-EF200382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0AF3-43AD-D4AF-E13A-5499CA835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62D00-C935-3F26-DEB1-424A9ACC5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0757C-5CCD-F121-F130-4C0FAA40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BD15-721E-42A7-F433-D359D150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FC663-200C-F7C9-26AC-57E7BA0D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A96B-D53F-7E35-81A5-65DF55F2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4F2DD-734C-D63F-BE4E-74F08F36C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9BD99-E4AA-E2DC-D7E0-409213968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3F138-9272-8C4F-E77B-BC83F0364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7E8CF-4E89-437C-21D3-60AD28607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B9F6-D4D0-54F1-6784-8883C8BD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35A61-8222-0FE4-437B-5947A479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317750-E490-1BCA-7EE1-A675E960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A324-2ABA-936A-6A25-8FB27353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8A03B-A522-988D-B9E9-B9A4CC6A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C5E2B-8247-1AA1-FCCB-B492147F7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031C8-85E2-6040-6A6F-E9453BC8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1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17310-B425-59C3-816D-C44882C8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C0B89-C5C6-5FE3-C757-1FA59FA3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FDA6B-AF21-BBEE-2845-AAA9D6F2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8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2EED-1CDE-C86F-581D-EB31CE8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6035-0D5F-5093-FD66-257088E6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932D7-C5AB-2CDF-AFA5-EE86E227B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A3B77-F7CB-7808-4641-B1123A12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2D80C-EA12-181D-D243-8C0CC05A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07AD-5C90-EB86-20AE-691C7510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5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E060-2544-8DF9-337C-8248B008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7E0E96-F5F8-2E7A-1007-9D6C16089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C6AE5-5C7A-5165-0F13-CEB617FB3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36FF-6E29-9E1B-FA8A-AEE83E94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C007C-225D-133D-1DDC-0C20995C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FDFE3-BD4D-0B57-21DB-DC26D8BF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D5C0-A4E3-AEA3-2B4A-484EA00F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8458D-B1D9-435E-C388-24CF72B8B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7EBE3-4D0D-A926-C4F3-8291F857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B08C-5F73-2830-1B8D-BB22897C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1CB9-4B09-D8CC-18F8-9B0E9EB6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0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3464C-8790-A5BB-8707-9F03DECED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FAA70-2EB1-766B-7FDE-7057A2FA8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8860A-EE4C-1B9D-9D9B-EBCA52D1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23,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2986A-03CE-75C4-9E89-F109A610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 800 – Research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FA59F-E36F-4331-5BB6-218CB7B4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46758A-C553-5D45-8C4B-DD861CA8E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661DBB-F639-FB76-CB1D-20E61AAB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688A0-08BF-ECED-494D-2D7EEEE11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8FE66-FFA5-089D-63A8-1B23BB796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104235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2E6C3-E513-03D2-7A31-4DC932B06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4820" y="6492875"/>
            <a:ext cx="10423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D81E-07A0-62BA-7712-0B3DC1044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1440" y="6492875"/>
            <a:ext cx="10423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6758A-C553-5D45-8C4B-DD861CA8EA0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2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srahman.github.io/" TargetMode="External"/><Relationship Id="rId2" Type="http://schemas.openxmlformats.org/officeDocument/2006/relationships/hyperlink" Target="https://x.com/mhabibur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securityventures.com/jobs/" TargetMode="External"/><Relationship Id="rId2" Type="http://schemas.openxmlformats.org/officeDocument/2006/relationships/hyperlink" Target="https://deepstrike.io/blog/penetration-testing-cost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geeksforgeeks.org/wp-content/uploads/20240613130938/Penetration-Testing-Stages.web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81AB-3C0C-F3E2-74B0-B2F0E7A9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536A0-EEE9-262B-B0FF-5D2A4D573C11}"/>
              </a:ext>
            </a:extLst>
          </p:cNvPr>
          <p:cNvSpPr txBox="1"/>
          <p:nvPr/>
        </p:nvSpPr>
        <p:spPr>
          <a:xfrm>
            <a:off x="2998395" y="465091"/>
            <a:ext cx="6195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CS 800 S26 – Assignment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66CE1-ABF8-4A0A-6A2F-9E486D16363C}"/>
              </a:ext>
            </a:extLst>
          </p:cNvPr>
          <p:cNvSpPr txBox="1"/>
          <p:nvPr/>
        </p:nvSpPr>
        <p:spPr>
          <a:xfrm>
            <a:off x="2998393" y="1418292"/>
            <a:ext cx="6195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Presented By:</a:t>
            </a:r>
          </a:p>
          <a:p>
            <a:pPr algn="ctr"/>
            <a:r>
              <a:rPr lang="en-US" sz="2400" dirty="0">
                <a:latin typeface="+mj-lt"/>
              </a:rPr>
              <a:t>Md Habibur </a:t>
            </a:r>
            <a:r>
              <a:rPr lang="en-US" sz="2400" dirty="0" err="1">
                <a:latin typeface="+mj-lt"/>
              </a:rPr>
              <a:t>Rahman,</a:t>
            </a:r>
            <a:r>
              <a:rPr lang="en-US" sz="2400" dirty="0">
                <a:latin typeface="+mj-lt"/>
              </a:rPr>
              <a:t> PhD Student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D56982-EEDF-D5CA-6A23-DE008DD7E6D8}"/>
              </a:ext>
            </a:extLst>
          </p:cNvPr>
          <p:cNvGrpSpPr/>
          <p:nvPr/>
        </p:nvGrpSpPr>
        <p:grpSpPr>
          <a:xfrm>
            <a:off x="4395000" y="5255042"/>
            <a:ext cx="3401999" cy="369332"/>
            <a:chOff x="5042728" y="5785094"/>
            <a:chExt cx="1616703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FAA5BA-B44B-DD61-CBE5-25ACFEB0D224}"/>
                </a:ext>
              </a:extLst>
            </p:cNvPr>
            <p:cNvSpPr txBox="1"/>
            <p:nvPr/>
          </p:nvSpPr>
          <p:spPr>
            <a:xfrm>
              <a:off x="5202936" y="5785094"/>
              <a:ext cx="1456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+mj-lt"/>
                  <a:hlinkClick r:id="rId2"/>
                </a:rPr>
                <a:t>m</a:t>
              </a:r>
              <a:r>
                <a:rPr lang="en-US" dirty="0" err="1">
                  <a:latin typeface="+mj-lt"/>
                  <a:hlinkClick r:id="rId2"/>
                </a:rPr>
                <a:t>habiburx</a:t>
              </a:r>
              <a:r>
                <a:rPr lang="en-US" dirty="0">
                  <a:latin typeface="+mj-lt"/>
                </a:rPr>
                <a:t>, </a:t>
              </a:r>
              <a:r>
                <a:rPr lang="en-US" dirty="0">
                  <a:latin typeface="+mj-lt"/>
                  <a:hlinkClick r:id="rId3"/>
                </a:rPr>
                <a:t>csrahman.github.io</a:t>
              </a:r>
              <a:endParaRPr lang="en-US" dirty="0">
                <a:latin typeface="+mj-lt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94A25B-0A82-8137-A433-95273AE23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42728" y="5878504"/>
              <a:ext cx="160208" cy="27592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751D32-6606-1BF5-EDC5-FA7DF04FE72D}"/>
              </a:ext>
            </a:extLst>
          </p:cNvPr>
          <p:cNvSpPr txBox="1"/>
          <p:nvPr/>
        </p:nvSpPr>
        <p:spPr>
          <a:xfrm>
            <a:off x="2998392" y="2556159"/>
            <a:ext cx="6195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Submitted To:</a:t>
            </a:r>
          </a:p>
          <a:p>
            <a:pPr algn="ctr"/>
            <a:r>
              <a:rPr lang="en-US" sz="2400" dirty="0">
                <a:latin typeface="+mj-lt"/>
              </a:rPr>
              <a:t>Professor Dr. Michael L. Nelson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85129-3D9B-EE62-969F-63E78862DD19}"/>
              </a:ext>
            </a:extLst>
          </p:cNvPr>
          <p:cNvSpPr txBox="1"/>
          <p:nvPr/>
        </p:nvSpPr>
        <p:spPr>
          <a:xfrm>
            <a:off x="2998392" y="3694026"/>
            <a:ext cx="6195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Department of Computer Science</a:t>
            </a:r>
          </a:p>
          <a:p>
            <a:pPr algn="ctr"/>
            <a:r>
              <a:rPr lang="en-US" sz="2400" dirty="0">
                <a:latin typeface="+mj-lt"/>
              </a:rPr>
              <a:t>Old Dominion University, Norfolk, Virginia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DD0B50C-362D-855F-B187-EFBF138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6E5F42F-5E98-64AA-B48E-D95AA0F1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 800 – Research Methods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9C4BCF1-16CA-D1F9-77B9-D12D6B4C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8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C965B2-1D12-89F0-1CF3-02045E0B7869}"/>
              </a:ext>
            </a:extLst>
          </p:cNvPr>
          <p:cNvSpPr txBox="1"/>
          <p:nvPr/>
        </p:nvSpPr>
        <p:spPr>
          <a:xfrm>
            <a:off x="5548414" y="324465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Paper 1: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2D6DC-53CC-9BBA-F101-AAE34D276406}"/>
              </a:ext>
            </a:extLst>
          </p:cNvPr>
          <p:cNvSpPr txBox="1"/>
          <p:nvPr/>
        </p:nvSpPr>
        <p:spPr>
          <a:xfrm>
            <a:off x="698643" y="1124940"/>
            <a:ext cx="107056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inproceedings</a:t>
            </a:r>
            <a:r>
              <a:rPr lang="en-US" sz="2000" dirty="0">
                <a:latin typeface="+mj-lt"/>
              </a:rPr>
              <a:t> {299699,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author = {Gelei, Deng and Yi, Liu and V{\'\</a:t>
            </a:r>
            <a:r>
              <a:rPr lang="en-US" sz="2000" dirty="0" err="1">
                <a:latin typeface="+mj-lt"/>
              </a:rPr>
              <a:t>i</a:t>
            </a:r>
            <a:r>
              <a:rPr lang="en-US" sz="2000" dirty="0">
                <a:latin typeface="+mj-lt"/>
              </a:rPr>
              <a:t>}</a:t>
            </a:r>
            <a:r>
              <a:rPr lang="en-US" sz="2000" dirty="0" err="1">
                <a:latin typeface="+mj-lt"/>
              </a:rPr>
              <a:t>ctor</a:t>
            </a:r>
            <a:r>
              <a:rPr lang="en-US" sz="2000" dirty="0">
                <a:latin typeface="+mj-lt"/>
              </a:rPr>
              <a:t>, Mayoral-Vilches and Peng, Liu and </a:t>
            </a:r>
            <a:r>
              <a:rPr lang="en-US" sz="2000" dirty="0" err="1">
                <a:latin typeface="+mj-lt"/>
              </a:rPr>
              <a:t>Yuekang</a:t>
            </a:r>
            <a:r>
              <a:rPr lang="en-US" sz="2000" dirty="0">
                <a:latin typeface="+mj-lt"/>
              </a:rPr>
              <a:t>, Li and Yuan, Xu and </a:t>
            </a:r>
            <a:r>
              <a:rPr lang="en-US" sz="2000" dirty="0" err="1">
                <a:latin typeface="+mj-lt"/>
              </a:rPr>
              <a:t>Tianwei</a:t>
            </a:r>
            <a:r>
              <a:rPr lang="en-US" sz="2000" dirty="0">
                <a:latin typeface="+mj-lt"/>
              </a:rPr>
              <a:t>, Zhang and Yang, Liu and Martin, </a:t>
            </a:r>
            <a:r>
              <a:rPr lang="en-US" sz="2000" dirty="0" err="1">
                <a:latin typeface="+mj-lt"/>
              </a:rPr>
              <a:t>Pinzger</a:t>
            </a:r>
            <a:r>
              <a:rPr lang="en-US" sz="2000" dirty="0">
                <a:latin typeface="+mj-lt"/>
              </a:rPr>
              <a:t> and Stefan, Rass},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title = {{</a:t>
            </a:r>
            <a:r>
              <a:rPr lang="en-US" sz="2000" dirty="0" err="1">
                <a:latin typeface="+mj-lt"/>
              </a:rPr>
              <a:t>PentestGPT</a:t>
            </a:r>
            <a:r>
              <a:rPr lang="en-US" sz="2000" dirty="0">
                <a:latin typeface="+mj-lt"/>
              </a:rPr>
              <a:t>:} Evaluating and Harnessing Large Language Models for Automated Penetration Testing},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latin typeface="+mj-lt"/>
              </a:rPr>
              <a:t>booktitle</a:t>
            </a:r>
            <a:r>
              <a:rPr lang="en-US" sz="2000" dirty="0">
                <a:latin typeface="+mj-lt"/>
              </a:rPr>
              <a:t> = {33rd USENIX Security Symposium (USENIX Security 24)},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year = {2024},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latin typeface="+mj-lt"/>
              </a:rPr>
              <a:t>isbn</a:t>
            </a:r>
            <a:r>
              <a:rPr lang="en-US" sz="2000" dirty="0">
                <a:latin typeface="+mj-lt"/>
              </a:rPr>
              <a:t> = {978-1-939133-44-1},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address = {Philadelphia, PA},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pages = {847--864},</a:t>
            </a:r>
            <a:br>
              <a:rPr lang="en-US" sz="2000" dirty="0">
                <a:latin typeface="+mj-lt"/>
              </a:rPr>
            </a:br>
            <a:r>
              <a:rPr lang="en-US" sz="2000" dirty="0" err="1">
                <a:latin typeface="+mj-lt"/>
              </a:rPr>
              <a:t>url</a:t>
            </a:r>
            <a:r>
              <a:rPr lang="en-US" sz="2000" dirty="0">
                <a:latin typeface="+mj-lt"/>
              </a:rPr>
              <a:t> = {https://</a:t>
            </a:r>
            <a:r>
              <a:rPr lang="en-US" sz="2000" dirty="0" err="1">
                <a:latin typeface="+mj-lt"/>
              </a:rPr>
              <a:t>www.usenix.org</a:t>
            </a:r>
            <a:r>
              <a:rPr lang="en-US" sz="2000" dirty="0">
                <a:latin typeface="+mj-lt"/>
              </a:rPr>
              <a:t>/conference/usenixsecurity24/presentation/</a:t>
            </a:r>
            <a:r>
              <a:rPr lang="en-US" sz="2000" dirty="0" err="1">
                <a:latin typeface="+mj-lt"/>
              </a:rPr>
              <a:t>deng</a:t>
            </a:r>
            <a:r>
              <a:rPr lang="en-US" sz="2000" dirty="0">
                <a:latin typeface="+mj-lt"/>
              </a:rPr>
              <a:t>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publisher = {USENIX Association},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month = </a:t>
            </a:r>
            <a:r>
              <a:rPr lang="en-US" sz="2000" dirty="0" err="1">
                <a:latin typeface="+mj-lt"/>
              </a:rPr>
              <a:t>aug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F20A7-36CB-E08E-6BE6-487FDF2A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C1821-E4E1-A6F0-CDCE-24C4DBCF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3579-E1A3-48DE-9D9E-66F3DEF3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F92A-FA79-70E1-C278-7F3C6C92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1191C-C664-6000-FF15-B000B12A5849}"/>
              </a:ext>
            </a:extLst>
          </p:cNvPr>
          <p:cNvSpPr txBox="1"/>
          <p:nvPr/>
        </p:nvSpPr>
        <p:spPr>
          <a:xfrm>
            <a:off x="595901" y="1145487"/>
            <a:ext cx="1100019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inproceedings</a:t>
            </a:r>
            <a:r>
              <a:rPr lang="en-US" sz="2000" dirty="0">
                <a:latin typeface="+mj-lt"/>
              </a:rPr>
              <a:t>{10.1145/3708821.3733882,</a:t>
            </a:r>
          </a:p>
          <a:p>
            <a:pPr latinLnBrk="1"/>
            <a:r>
              <a:rPr lang="en-US" sz="2000" dirty="0">
                <a:latin typeface="+mj-lt"/>
              </a:rPr>
              <a:t>author = {Shen, </a:t>
            </a:r>
            <a:r>
              <a:rPr lang="en-US" sz="2000" dirty="0" err="1">
                <a:latin typeface="+mj-lt"/>
              </a:rPr>
              <a:t>Xiangmin</a:t>
            </a:r>
            <a:r>
              <a:rPr lang="en-US" sz="2000" dirty="0">
                <a:latin typeface="+mj-lt"/>
              </a:rPr>
              <a:t> and Wang, </a:t>
            </a:r>
            <a:r>
              <a:rPr lang="en-US" sz="2000" dirty="0" err="1">
                <a:latin typeface="+mj-lt"/>
              </a:rPr>
              <a:t>Lingzhi</a:t>
            </a:r>
            <a:r>
              <a:rPr lang="en-US" sz="2000" dirty="0">
                <a:latin typeface="+mj-lt"/>
              </a:rPr>
              <a:t> and Li, </a:t>
            </a:r>
            <a:r>
              <a:rPr lang="en-US" sz="2000" dirty="0" err="1">
                <a:latin typeface="+mj-lt"/>
              </a:rPr>
              <a:t>Zhenyuan</a:t>
            </a:r>
            <a:r>
              <a:rPr lang="en-US" sz="2000" dirty="0">
                <a:latin typeface="+mj-lt"/>
              </a:rPr>
              <a:t> and Chen, Yan and Zhao, Wencheng and Sun, Dawei and Wang, </a:t>
            </a:r>
            <a:r>
              <a:rPr lang="en-US" sz="2000" dirty="0" err="1">
                <a:latin typeface="+mj-lt"/>
              </a:rPr>
              <a:t>Jiashui</a:t>
            </a:r>
            <a:r>
              <a:rPr lang="en-US" sz="2000" dirty="0">
                <a:latin typeface="+mj-lt"/>
              </a:rPr>
              <a:t> and Ruan, Wei},</a:t>
            </a:r>
          </a:p>
          <a:p>
            <a:pPr latinLnBrk="1"/>
            <a:r>
              <a:rPr lang="en-US" sz="2000" dirty="0">
                <a:latin typeface="+mj-lt"/>
              </a:rPr>
              <a:t>title = {{</a:t>
            </a:r>
            <a:r>
              <a:rPr lang="en-US" sz="2000" dirty="0" err="1">
                <a:latin typeface="+mj-lt"/>
              </a:rPr>
              <a:t>PentestAgent</a:t>
            </a:r>
            <a:r>
              <a:rPr lang="en-US" sz="2000" dirty="0">
                <a:latin typeface="+mj-lt"/>
              </a:rPr>
              <a:t>:} Incorporating LLM Agents to Automated Penetration Testing},</a:t>
            </a:r>
          </a:p>
          <a:p>
            <a:pPr latinLnBrk="1"/>
            <a:r>
              <a:rPr lang="en-US" sz="2000" dirty="0">
                <a:latin typeface="+mj-lt"/>
              </a:rPr>
              <a:t>year = {2025},</a:t>
            </a:r>
          </a:p>
          <a:p>
            <a:pPr latinLnBrk="1"/>
            <a:r>
              <a:rPr lang="en-US" sz="2000" dirty="0" err="1">
                <a:latin typeface="+mj-lt"/>
              </a:rPr>
              <a:t>isbn</a:t>
            </a:r>
            <a:r>
              <a:rPr lang="en-US" sz="2000" dirty="0">
                <a:latin typeface="+mj-lt"/>
              </a:rPr>
              <a:t> = {9798400714108},</a:t>
            </a:r>
          </a:p>
          <a:p>
            <a:pPr latinLnBrk="1"/>
            <a:r>
              <a:rPr lang="en-US" sz="2000" dirty="0">
                <a:latin typeface="+mj-lt"/>
              </a:rPr>
              <a:t>publisher = {Association for Computing Machinery},</a:t>
            </a:r>
          </a:p>
          <a:p>
            <a:pPr latinLnBrk="1"/>
            <a:r>
              <a:rPr lang="en-US" sz="2000" dirty="0">
                <a:latin typeface="+mj-lt"/>
              </a:rPr>
              <a:t>address = {New York, NY, USA},</a:t>
            </a:r>
          </a:p>
          <a:p>
            <a:pPr latinLnBrk="1"/>
            <a:r>
              <a:rPr lang="en-US" sz="2000" dirty="0" err="1">
                <a:latin typeface="+mj-lt"/>
              </a:rPr>
              <a:t>url</a:t>
            </a:r>
            <a:r>
              <a:rPr lang="en-US" sz="2000" dirty="0">
                <a:latin typeface="+mj-lt"/>
              </a:rPr>
              <a:t> = {https://</a:t>
            </a:r>
            <a:r>
              <a:rPr lang="en-US" sz="2000" dirty="0" err="1">
                <a:latin typeface="+mj-lt"/>
              </a:rPr>
              <a:t>doi.org</a:t>
            </a:r>
            <a:r>
              <a:rPr lang="en-US" sz="2000" dirty="0">
                <a:latin typeface="+mj-lt"/>
              </a:rPr>
              <a:t>/10.1145/3708821.3733882},</a:t>
            </a:r>
          </a:p>
          <a:p>
            <a:pPr latinLnBrk="1"/>
            <a:r>
              <a:rPr lang="en-US" sz="2000" dirty="0" err="1">
                <a:latin typeface="+mj-lt"/>
              </a:rPr>
              <a:t>doi</a:t>
            </a:r>
            <a:r>
              <a:rPr lang="en-US" sz="2000" dirty="0">
                <a:latin typeface="+mj-lt"/>
              </a:rPr>
              <a:t> = {10.1145/3708821.3733882},</a:t>
            </a:r>
          </a:p>
          <a:p>
            <a:pPr latinLnBrk="1"/>
            <a:r>
              <a:rPr lang="en-US" sz="2000" dirty="0" err="1">
                <a:latin typeface="+mj-lt"/>
              </a:rPr>
              <a:t>booktitle</a:t>
            </a:r>
            <a:r>
              <a:rPr lang="en-US" sz="2000" dirty="0">
                <a:latin typeface="+mj-lt"/>
              </a:rPr>
              <a:t> = {Proceedings of the 20th ACM Asia Conference on Computer and Communications Security},</a:t>
            </a:r>
          </a:p>
          <a:p>
            <a:pPr latinLnBrk="1"/>
            <a:r>
              <a:rPr lang="en-US" sz="2000" dirty="0">
                <a:latin typeface="+mj-lt"/>
              </a:rPr>
              <a:t>pages = {375–391},</a:t>
            </a:r>
          </a:p>
          <a:p>
            <a:pPr latinLnBrk="1"/>
            <a:r>
              <a:rPr lang="en-US" sz="2000" dirty="0" err="1">
                <a:latin typeface="+mj-lt"/>
              </a:rPr>
              <a:t>numpages</a:t>
            </a:r>
            <a:r>
              <a:rPr lang="en-US" sz="2000" dirty="0">
                <a:latin typeface="+mj-lt"/>
              </a:rPr>
              <a:t> = {17},</a:t>
            </a:r>
          </a:p>
          <a:p>
            <a:pPr latinLnBrk="1"/>
            <a:r>
              <a:rPr lang="en-US" sz="2000" dirty="0">
                <a:latin typeface="+mj-lt"/>
              </a:rPr>
              <a:t>keywords = {Penetration Testing, Large Language Model, Agent},</a:t>
            </a:r>
          </a:p>
          <a:p>
            <a:pPr latinLnBrk="1"/>
            <a:r>
              <a:rPr lang="en-US" sz="2000" dirty="0">
                <a:latin typeface="+mj-lt"/>
              </a:rPr>
              <a:t>series = {ASIA CCS '25}</a:t>
            </a:r>
          </a:p>
          <a:p>
            <a:pPr latinLnBrk="1"/>
            <a:r>
              <a:rPr lang="en-US" sz="2000" dirty="0">
                <a:latin typeface="+mj-lt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F39F4-84EE-19EE-EBA0-217F0FFE5697}"/>
              </a:ext>
            </a:extLst>
          </p:cNvPr>
          <p:cNvSpPr txBox="1"/>
          <p:nvPr/>
        </p:nvSpPr>
        <p:spPr>
          <a:xfrm>
            <a:off x="5457043" y="314191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Paper 2: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7F52-C1CF-E01F-F0A3-AEF0F46D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46B00-9F14-0681-4323-D584A8BC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737A2-7CA3-8642-E2AD-DFF5031E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7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51D7-9B3A-0C52-B328-E76C714B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8F866-2D5A-F382-962F-CF6D4459C003}"/>
              </a:ext>
            </a:extLst>
          </p:cNvPr>
          <p:cNvSpPr txBox="1"/>
          <p:nvPr/>
        </p:nvSpPr>
        <p:spPr>
          <a:xfrm>
            <a:off x="4750118" y="3075057"/>
            <a:ext cx="2691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0ABC6-60F6-9CAD-7475-92F533A7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77215-0D13-DCF2-3908-9D082C85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5E78B-9CA2-FAA5-2ED1-937D2ED4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56E7-D61C-56CD-A78F-08F6A6D6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193A46-FA8C-D0D3-5C38-22CFD585F87B}"/>
              </a:ext>
            </a:extLst>
          </p:cNvPr>
          <p:cNvSpPr txBox="1"/>
          <p:nvPr/>
        </p:nvSpPr>
        <p:spPr>
          <a:xfrm>
            <a:off x="2261007" y="49184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269C4-DCB0-337B-FCF5-97360EE6F836}"/>
              </a:ext>
            </a:extLst>
          </p:cNvPr>
          <p:cNvSpPr txBox="1"/>
          <p:nvPr/>
        </p:nvSpPr>
        <p:spPr>
          <a:xfrm>
            <a:off x="235974" y="1787464"/>
            <a:ext cx="11621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Expensive &amp; scarce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Huge cost of expert pentesters</a:t>
            </a:r>
            <a:r>
              <a:rPr lang="en-US" sz="3200" baseline="30000" dirty="0">
                <a:latin typeface="+mj-lt"/>
              </a:rPr>
              <a:t>1</a:t>
            </a:r>
            <a:r>
              <a:rPr lang="en-US" sz="3200" dirty="0">
                <a:latin typeface="+mj-lt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Global shortage of cybersecurity professional</a:t>
            </a:r>
            <a:r>
              <a:rPr lang="en-US" sz="3200" baseline="30000" dirty="0">
                <a:latin typeface="+mj-lt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5498E-9190-7348-72B7-C7649A343BA9}"/>
              </a:ext>
            </a:extLst>
          </p:cNvPr>
          <p:cNvSpPr txBox="1"/>
          <p:nvPr/>
        </p:nvSpPr>
        <p:spPr>
          <a:xfrm>
            <a:off x="91440" y="5168134"/>
            <a:ext cx="116217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aseline="30000" dirty="0">
                <a:latin typeface="+mj-lt"/>
                <a:hlinkClick r:id="rId2"/>
              </a:rPr>
              <a:t>1</a:t>
            </a:r>
            <a:r>
              <a:rPr lang="en-US" sz="3200" dirty="0">
                <a:latin typeface="+mj-lt"/>
                <a:hlinkClick r:id="rId2"/>
              </a:rPr>
              <a:t>https://deepstrike.io/blog/penetration-testing-cost</a:t>
            </a:r>
            <a:endParaRPr lang="en-US" sz="3200" dirty="0">
              <a:latin typeface="+mj-lt"/>
            </a:endParaRPr>
          </a:p>
          <a:p>
            <a:r>
              <a:rPr lang="en-US" sz="3200" baseline="30000" dirty="0">
                <a:latin typeface="+mj-lt"/>
                <a:hlinkClick r:id="rId3"/>
              </a:rPr>
              <a:t>2</a:t>
            </a:r>
            <a:r>
              <a:rPr lang="en-US" sz="3200" dirty="0">
                <a:latin typeface="+mj-lt"/>
                <a:hlinkClick r:id="rId3"/>
              </a:rPr>
              <a:t>https://cybersecurityventures.com/jobs/</a:t>
            </a:r>
            <a:endParaRPr lang="en-US" sz="3200" dirty="0">
              <a:latin typeface="+mj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E5E85-3BCB-3C31-F54F-9760B08B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521D8-B50C-E60B-3CE6-EB21E711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D063D-46A3-04CD-D338-585157C3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92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4319-DCE7-6F15-B5CA-8AECDFA6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5407B-CEEF-CCF1-F862-74D9C3979A49}"/>
              </a:ext>
            </a:extLst>
          </p:cNvPr>
          <p:cNvSpPr txBox="1"/>
          <p:nvPr/>
        </p:nvSpPr>
        <p:spPr>
          <a:xfrm>
            <a:off x="2261007" y="25187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p:pic>
        <p:nvPicPr>
          <p:cNvPr id="6" name="Picture 5" descr="A diagram of a pentecost testing process&#10;&#10;AI-generated content may be incorrect.">
            <a:extLst>
              <a:ext uri="{FF2B5EF4-FFF2-40B4-BE49-F238E27FC236}">
                <a16:creationId xmlns:a16="http://schemas.microsoft.com/office/drawing/2014/main" id="{D9E9E4E2-83C4-DD79-C334-F12D6A687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159" y="1501468"/>
            <a:ext cx="6616700" cy="473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0CCA9F-D674-E7BF-837F-F5C657E66667}"/>
              </a:ext>
            </a:extLst>
          </p:cNvPr>
          <p:cNvSpPr txBox="1"/>
          <p:nvPr/>
        </p:nvSpPr>
        <p:spPr>
          <a:xfrm>
            <a:off x="0" y="5918502"/>
            <a:ext cx="1085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https://media.geeksforgeeks.org/wp-content/uploads/20240613130938/Penetration-Testing-Stages.webp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F1C62-D3C2-5381-C949-21FD551B0680}"/>
              </a:ext>
            </a:extLst>
          </p:cNvPr>
          <p:cNvSpPr txBox="1"/>
          <p:nvPr/>
        </p:nvSpPr>
        <p:spPr>
          <a:xfrm>
            <a:off x="0" y="1854081"/>
            <a:ext cx="56777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Multiple stages of complexities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Recon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Scan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Exploit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Gaining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Post Exploitation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Reporting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8EA4-17A1-5CEA-762B-F47CAAA0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2E93E-7B70-11DD-4D5A-58620180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707C09-BDD0-6330-692C-C9AC1904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5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7FAB-BD76-862D-E227-5E8BFDB6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E3E3C-8FDA-B3BF-B0CC-C1EF45505784}"/>
              </a:ext>
            </a:extLst>
          </p:cNvPr>
          <p:cNvSpPr txBox="1"/>
          <p:nvPr/>
        </p:nvSpPr>
        <p:spPr>
          <a:xfrm>
            <a:off x="2261007" y="25187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549F0-EC76-4CE8-D5F0-BC5709FA2428}"/>
              </a:ext>
            </a:extLst>
          </p:cNvPr>
          <p:cNvSpPr txBox="1"/>
          <p:nvPr/>
        </p:nvSpPr>
        <p:spPr>
          <a:xfrm>
            <a:off x="668840" y="1705225"/>
            <a:ext cx="10854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LLM as a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Can latest models from ChatGPT and Claude replicate expert </a:t>
            </a:r>
            <a:r>
              <a:rPr lang="en-US" sz="3200" dirty="0" err="1">
                <a:latin typeface="+mj-lt"/>
              </a:rPr>
              <a:t>Pentester</a:t>
            </a:r>
            <a:r>
              <a:rPr lang="en-US" sz="3200" dirty="0">
                <a:latin typeface="+mj-lt"/>
              </a:rPr>
              <a:t> logic?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FFFEDD-20FC-E36B-E273-2CE90E188D40}"/>
              </a:ext>
            </a:extLst>
          </p:cNvPr>
          <p:cNvSpPr/>
          <p:nvPr/>
        </p:nvSpPr>
        <p:spPr>
          <a:xfrm>
            <a:off x="3047999" y="4123831"/>
            <a:ext cx="1757916" cy="6680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F866F7-77E6-1FE1-3727-8604ED8EBFFD}"/>
              </a:ext>
            </a:extLst>
          </p:cNvPr>
          <p:cNvSpPr/>
          <p:nvPr/>
        </p:nvSpPr>
        <p:spPr>
          <a:xfrm>
            <a:off x="6733952" y="4123831"/>
            <a:ext cx="1814624" cy="66803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344B14-E67A-5F09-E382-81EA34D7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603B2C-D957-97F3-708D-43BF8614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18C79E-005A-50A6-0344-C9723507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18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82A2-5C8E-1722-1AB3-2B58188D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tion Button: Help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C4F3217-33E5-F2A7-A730-68F4DDA6F283}"/>
              </a:ext>
            </a:extLst>
          </p:cNvPr>
          <p:cNvSpPr/>
          <p:nvPr/>
        </p:nvSpPr>
        <p:spPr>
          <a:xfrm>
            <a:off x="5879593" y="4484740"/>
            <a:ext cx="1042416" cy="1042416"/>
          </a:xfrm>
          <a:prstGeom prst="actionButtonHel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5FDC1-E867-FA95-618F-F92A84A29774}"/>
              </a:ext>
            </a:extLst>
          </p:cNvPr>
          <p:cNvSpPr txBox="1"/>
          <p:nvPr/>
        </p:nvSpPr>
        <p:spPr>
          <a:xfrm>
            <a:off x="2261007" y="25187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68E85-62E4-A551-F0B2-BC5E7C18A401}"/>
              </a:ext>
            </a:extLst>
          </p:cNvPr>
          <p:cNvSpPr txBox="1"/>
          <p:nvPr/>
        </p:nvSpPr>
        <p:spPr>
          <a:xfrm>
            <a:off x="668840" y="1705225"/>
            <a:ext cx="10854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LLM as a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Can latest models from ChatGPT and Claude replicate expert </a:t>
            </a:r>
            <a:r>
              <a:rPr lang="en-US" sz="3200" dirty="0" err="1">
                <a:latin typeface="+mj-lt"/>
              </a:rPr>
              <a:t>Pentester</a:t>
            </a:r>
            <a:r>
              <a:rPr lang="en-US" sz="3200" dirty="0">
                <a:latin typeface="+mj-lt"/>
              </a:rPr>
              <a:t> logic?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FB67FC-5959-0241-F884-61EC70E8EFE1}"/>
              </a:ext>
            </a:extLst>
          </p:cNvPr>
          <p:cNvSpPr/>
          <p:nvPr/>
        </p:nvSpPr>
        <p:spPr>
          <a:xfrm>
            <a:off x="5427159" y="2760965"/>
            <a:ext cx="1757916" cy="6680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11772-BE34-24EB-D0CE-A209137F77C6}"/>
              </a:ext>
            </a:extLst>
          </p:cNvPr>
          <p:cNvSpPr txBox="1"/>
          <p:nvPr/>
        </p:nvSpPr>
        <p:spPr>
          <a:xfrm>
            <a:off x="4940196" y="4713560"/>
            <a:ext cx="1155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HOW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335DD-E3EB-51EA-80A7-5E6D5155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F45C65-07D8-8057-B3BC-C71C36EE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4429A-F5A6-724B-FC0D-E4251162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35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9903-B231-55BC-4386-2995F282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8C840-98B5-8C51-6159-F8D6AAD67B9C}"/>
              </a:ext>
            </a:extLst>
          </p:cNvPr>
          <p:cNvSpPr txBox="1"/>
          <p:nvPr/>
        </p:nvSpPr>
        <p:spPr>
          <a:xfrm>
            <a:off x="2261007" y="25187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11963D-CA0C-65BC-F341-6DF49AF8E762}"/>
                  </a:ext>
                </a:extLst>
              </p:cNvPr>
              <p:cNvSpPr txBox="1"/>
              <p:nvPr/>
            </p:nvSpPr>
            <p:spPr>
              <a:xfrm>
                <a:off x="518717" y="1726490"/>
                <a:ext cx="11154565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Chain of Thought (</a:t>
                </a:r>
                <a:r>
                  <a:rPr lang="en-US" sz="3200" dirty="0" err="1">
                    <a:latin typeface="+mj-lt"/>
                  </a:rPr>
                  <a:t>CoT</a:t>
                </a:r>
                <a:r>
                  <a:rPr lang="en-US" sz="3200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>
                    <a:latin typeface="+mj-lt"/>
                  </a:rPr>
                  <a:t> step by step reasoning (linear)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Tree of Thought (</a:t>
                </a:r>
                <a:r>
                  <a:rPr lang="en-US" sz="3200" dirty="0" err="1">
                    <a:latin typeface="+mj-lt"/>
                  </a:rPr>
                  <a:t>ToT</a:t>
                </a:r>
                <a:r>
                  <a:rPr lang="en-US" sz="3200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>
                    <a:latin typeface="+mj-lt"/>
                  </a:rPr>
                  <a:t> exploring multiple branch (search tree)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 err="1">
                    <a:latin typeface="+mj-lt"/>
                  </a:rPr>
                  <a:t>ReAct</a:t>
                </a:r>
                <a:r>
                  <a:rPr lang="en-US" sz="3200" dirty="0">
                    <a:latin typeface="+mj-lt"/>
                  </a:rPr>
                  <a:t> (Reasoning + Acting)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Thought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>
                    <a:latin typeface="+mj-lt"/>
                  </a:rPr>
                  <a:t> Action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>
                    <a:latin typeface="+mj-lt"/>
                  </a:rPr>
                  <a:t> Observation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Retrieval Augmented Generation (RAG)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Retrieves relevant external documents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Self Reflection → work on its own output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+mj-lt"/>
                  </a:rPr>
                  <a:t>Multi Agent Specialization → specialist agent for each subtask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11963D-CA0C-65BC-F341-6DF49AF8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17" y="1726490"/>
                <a:ext cx="11154565" cy="4031873"/>
              </a:xfrm>
              <a:prstGeom prst="rect">
                <a:avLst/>
              </a:prstGeom>
              <a:blipFill>
                <a:blip r:embed="rId2"/>
                <a:stretch>
                  <a:fillRect l="-1250" t="-1881" r="-795" b="-3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0444-8143-F178-61E3-67DF3ED3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C01D7-03E5-E8F1-9FF4-AFF8C598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01368-7C53-6F83-DCCB-6DE837ED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8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88BF-1C13-19C6-8250-624476844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90F1B1-E3E4-BBD3-899E-9E72A85F1E97}"/>
              </a:ext>
            </a:extLst>
          </p:cNvPr>
          <p:cNvSpPr txBox="1"/>
          <p:nvPr/>
        </p:nvSpPr>
        <p:spPr>
          <a:xfrm>
            <a:off x="2261007" y="251872"/>
            <a:ext cx="6429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Background: Why Automate?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B1AD7-74FE-B77A-A905-6123E40E6F9E}"/>
              </a:ext>
            </a:extLst>
          </p:cNvPr>
          <p:cNvSpPr txBox="1"/>
          <p:nvPr/>
        </p:nvSpPr>
        <p:spPr>
          <a:xfrm>
            <a:off x="518717" y="1726490"/>
            <a:ext cx="111545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Gap in the core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Fail at long task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Lose context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Miss tool feedback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Can’t adapt while doing task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2BA4A-B850-922F-D435-73771712B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D8569-FCC7-090F-18EB-0B5EC1F7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77F1-ACA8-57D7-B5B6-FF6B47CD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5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FF40-6238-F3DF-27EF-1C59BE85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1D951-2C03-9FF8-4784-83DDD06F6BE5}"/>
              </a:ext>
            </a:extLst>
          </p:cNvPr>
          <p:cNvSpPr txBox="1"/>
          <p:nvPr/>
        </p:nvSpPr>
        <p:spPr>
          <a:xfrm>
            <a:off x="4057621" y="3075057"/>
            <a:ext cx="4076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Papers Description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D0D56-5216-10F0-0281-02F56D7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45EF5-7A82-E52C-36B9-A17E270C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AEA7B-F49B-26D6-7A69-A801A3E2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36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E823-6C28-93F7-1AAD-C7BF7F58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22E0A-E90A-5C59-E0E6-821C0D4EB4FE}"/>
              </a:ext>
            </a:extLst>
          </p:cNvPr>
          <p:cNvSpPr txBox="1"/>
          <p:nvPr/>
        </p:nvSpPr>
        <p:spPr>
          <a:xfrm>
            <a:off x="4778170" y="66482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+mj-lt"/>
              </a:rPr>
              <a:t>PentestGPT</a:t>
            </a:r>
            <a:endParaRPr lang="en-US" sz="4000" dirty="0">
              <a:latin typeface="+mj-lt"/>
            </a:endParaRP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46FD877F-67FE-C91C-847F-1F05912C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1" y="1517723"/>
            <a:ext cx="11487118" cy="382255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4B2D8-A3FD-5FB1-725B-F5F820CA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10ADC-CF62-54E9-5D93-BDFA8202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79A22-3402-9E0D-69E2-E970890F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73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2791-261A-A58B-F6C0-08CD27D9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4670E-632D-15C3-C2E3-33FAE04EDEEB}"/>
              </a:ext>
            </a:extLst>
          </p:cNvPr>
          <p:cNvSpPr txBox="1"/>
          <p:nvPr/>
        </p:nvSpPr>
        <p:spPr>
          <a:xfrm>
            <a:off x="3353101" y="369859"/>
            <a:ext cx="6204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Limitation of </a:t>
            </a:r>
            <a:r>
              <a:rPr lang="en-US" sz="4000" dirty="0" err="1">
                <a:latin typeface="+mj-lt"/>
              </a:rPr>
              <a:t>PentestGPT</a:t>
            </a:r>
            <a:r>
              <a:rPr lang="en-US" sz="4000" dirty="0">
                <a:latin typeface="+mj-lt"/>
              </a:rPr>
              <a:t> (1)</a:t>
            </a: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DCE7927-F3F8-2A45-50D7-B1067036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0" y="1783194"/>
            <a:ext cx="11487118" cy="38225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6BA0E50-F06F-C7F8-E1DC-3A6BA471C78D}"/>
              </a:ext>
            </a:extLst>
          </p:cNvPr>
          <p:cNvSpPr/>
          <p:nvPr/>
        </p:nvSpPr>
        <p:spPr>
          <a:xfrm>
            <a:off x="0" y="2300748"/>
            <a:ext cx="2448232" cy="25367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AA34A-3A74-BE7A-2637-074E9F32E18B}"/>
              </a:ext>
            </a:extLst>
          </p:cNvPr>
          <p:cNvSpPr/>
          <p:nvPr/>
        </p:nvSpPr>
        <p:spPr>
          <a:xfrm>
            <a:off x="4622800" y="1574800"/>
            <a:ext cx="7216758" cy="40309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Relies on human in the loop feedback at each decision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Can not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autonomously execute tool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Process result without user intervention</a:t>
            </a:r>
          </a:p>
          <a:p>
            <a:endParaRPr lang="en-US" sz="3200" dirty="0">
              <a:latin typeface="+mj-lt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268E22D-0B52-F7CF-E09F-94D017916F6F}"/>
              </a:ext>
            </a:extLst>
          </p:cNvPr>
          <p:cNvSpPr/>
          <p:nvPr/>
        </p:nvSpPr>
        <p:spPr>
          <a:xfrm>
            <a:off x="2448232" y="3056874"/>
            <a:ext cx="2174568" cy="10668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AA98A0-6C5A-29AB-00D5-DE173B0C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3F8B48-6B38-B5A2-E20F-EDA3A0ED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3EE0D5-1712-74C0-758E-60BCC8A6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27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07B2-62DD-9060-084F-CA88A128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229ABD-FA3C-E524-E680-FF7ACDE589D4}"/>
              </a:ext>
            </a:extLst>
          </p:cNvPr>
          <p:cNvSpPr txBox="1"/>
          <p:nvPr/>
        </p:nvSpPr>
        <p:spPr>
          <a:xfrm>
            <a:off x="3353101" y="369859"/>
            <a:ext cx="6204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Limitation of </a:t>
            </a:r>
            <a:r>
              <a:rPr lang="en-US" sz="4000" dirty="0" err="1">
                <a:latin typeface="+mj-lt"/>
              </a:rPr>
              <a:t>PentestGPT</a:t>
            </a:r>
            <a:r>
              <a:rPr lang="en-US" sz="4000" dirty="0">
                <a:latin typeface="+mj-lt"/>
              </a:rPr>
              <a:t> (2)</a:t>
            </a: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91672B0B-9F62-E7B9-0F7B-488D54091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0" y="1783194"/>
            <a:ext cx="11487118" cy="38225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4AB092A-04B4-8C4D-8400-4345CD3144FA}"/>
              </a:ext>
            </a:extLst>
          </p:cNvPr>
          <p:cNvSpPr/>
          <p:nvPr/>
        </p:nvSpPr>
        <p:spPr>
          <a:xfrm>
            <a:off x="2078185" y="4445226"/>
            <a:ext cx="2174568" cy="20429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C117D1-31B6-5B96-E683-619523E1DFBE}"/>
              </a:ext>
            </a:extLst>
          </p:cNvPr>
          <p:cNvSpPr/>
          <p:nvPr/>
        </p:nvSpPr>
        <p:spPr>
          <a:xfrm>
            <a:off x="4622800" y="1252252"/>
            <a:ext cx="7216758" cy="40309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Long penetration testing creates huge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Summarizer loses critical technical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Causing reasoning error</a:t>
            </a:r>
          </a:p>
          <a:p>
            <a:endParaRPr lang="en-US" sz="3200" dirty="0">
              <a:latin typeface="+mj-lt"/>
            </a:endParaRPr>
          </a:p>
        </p:txBody>
      </p:sp>
      <p:sp>
        <p:nvSpPr>
          <p:cNvPr id="6" name="Bent Arrow 5">
            <a:extLst>
              <a:ext uri="{FF2B5EF4-FFF2-40B4-BE49-F238E27FC236}">
                <a16:creationId xmlns:a16="http://schemas.microsoft.com/office/drawing/2014/main" id="{CCE7DB66-FAA6-EB97-753D-B6270B54EE7F}"/>
              </a:ext>
            </a:extLst>
          </p:cNvPr>
          <p:cNvSpPr/>
          <p:nvPr/>
        </p:nvSpPr>
        <p:spPr>
          <a:xfrm>
            <a:off x="2971800" y="2590800"/>
            <a:ext cx="1651000" cy="1854426"/>
          </a:xfrm>
          <a:prstGeom prst="bentArrow">
            <a:avLst>
              <a:gd name="adj1" fmla="val 25000"/>
              <a:gd name="adj2" fmla="val 22479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BACB4E-3876-EB8A-BB99-0E4AA1D9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2C99B-BD85-A105-F47E-C33AFB81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6D5BF-5BF5-3F36-FD57-135416CD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31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A99D-CFC3-68D1-0C34-32BCE3E2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9FACE6-8EB1-CAFB-22D0-EEF43A2EF4FA}"/>
              </a:ext>
            </a:extLst>
          </p:cNvPr>
          <p:cNvSpPr txBox="1"/>
          <p:nvPr/>
        </p:nvSpPr>
        <p:spPr>
          <a:xfrm>
            <a:off x="3353101" y="369859"/>
            <a:ext cx="6204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Limitation of </a:t>
            </a:r>
            <a:r>
              <a:rPr lang="en-US" sz="4000" dirty="0" err="1">
                <a:latin typeface="+mj-lt"/>
              </a:rPr>
              <a:t>PentestGPT</a:t>
            </a:r>
            <a:r>
              <a:rPr lang="en-US" sz="4000" dirty="0">
                <a:latin typeface="+mj-lt"/>
              </a:rPr>
              <a:t> (3)</a:t>
            </a: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95421587-91C8-47A1-F709-591FA502C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0" y="1783194"/>
            <a:ext cx="11487118" cy="38225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FE6A033-2872-537D-5E92-A008DA3C0920}"/>
              </a:ext>
            </a:extLst>
          </p:cNvPr>
          <p:cNvSpPr/>
          <p:nvPr/>
        </p:nvSpPr>
        <p:spPr>
          <a:xfrm>
            <a:off x="2078185" y="4445226"/>
            <a:ext cx="2174568" cy="20429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C21B58-99DA-65B0-70E5-F5AC8111A98E}"/>
              </a:ext>
            </a:extLst>
          </p:cNvPr>
          <p:cNvSpPr/>
          <p:nvPr/>
        </p:nvSpPr>
        <p:spPr>
          <a:xfrm>
            <a:off x="4622800" y="1252252"/>
            <a:ext cx="7216758" cy="40309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Bottleneck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Using single model for planning, interpreting and generating commands. No specialization or parallelism.</a:t>
            </a:r>
          </a:p>
        </p:txBody>
      </p:sp>
      <p:sp>
        <p:nvSpPr>
          <p:cNvPr id="6" name="Bent Arrow 5">
            <a:extLst>
              <a:ext uri="{FF2B5EF4-FFF2-40B4-BE49-F238E27FC236}">
                <a16:creationId xmlns:a16="http://schemas.microsoft.com/office/drawing/2014/main" id="{F7236366-7361-C68E-A52A-C05F90241EDB}"/>
              </a:ext>
            </a:extLst>
          </p:cNvPr>
          <p:cNvSpPr/>
          <p:nvPr/>
        </p:nvSpPr>
        <p:spPr>
          <a:xfrm>
            <a:off x="2971800" y="2590800"/>
            <a:ext cx="1651000" cy="1854426"/>
          </a:xfrm>
          <a:prstGeom prst="bentArrow">
            <a:avLst>
              <a:gd name="adj1" fmla="val 25000"/>
              <a:gd name="adj2" fmla="val 22479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B9FCF-541E-4FCE-7AFD-C8E6F21E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8C82F-2467-42C3-BAA4-F01C3295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C6D0F-C0BE-AC71-28B6-C2D4EB5C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7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562C-CFFF-061E-0304-1876A6FC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A8631-EEEB-4A96-1C78-6CCCC8635698}"/>
              </a:ext>
            </a:extLst>
          </p:cNvPr>
          <p:cNvSpPr txBox="1"/>
          <p:nvPr/>
        </p:nvSpPr>
        <p:spPr>
          <a:xfrm>
            <a:off x="3353101" y="369859"/>
            <a:ext cx="6204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Limitation of </a:t>
            </a:r>
            <a:r>
              <a:rPr lang="en-US" sz="4000" dirty="0" err="1">
                <a:latin typeface="+mj-lt"/>
              </a:rPr>
              <a:t>PentestGPT</a:t>
            </a:r>
            <a:r>
              <a:rPr lang="en-US" sz="4000" dirty="0">
                <a:latin typeface="+mj-lt"/>
              </a:rPr>
              <a:t> (4)</a:t>
            </a: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E629E1EC-A464-57B5-DEB3-9BF97466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0" y="1783194"/>
            <a:ext cx="11487118" cy="38225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1E374B-8992-25F7-AB42-6052B6E3B385}"/>
              </a:ext>
            </a:extLst>
          </p:cNvPr>
          <p:cNvSpPr/>
          <p:nvPr/>
        </p:nvSpPr>
        <p:spPr>
          <a:xfrm>
            <a:off x="4622800" y="1297892"/>
            <a:ext cx="7216758" cy="24923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Can execute the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Human manually run the command and pastes the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89ACCB-7D79-577D-1115-77D059044A9A}"/>
              </a:ext>
            </a:extLst>
          </p:cNvPr>
          <p:cNvSpPr/>
          <p:nvPr/>
        </p:nvSpPr>
        <p:spPr>
          <a:xfrm>
            <a:off x="5316913" y="4275585"/>
            <a:ext cx="1558172" cy="1134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ent-Up Arrow 6">
            <a:extLst>
              <a:ext uri="{FF2B5EF4-FFF2-40B4-BE49-F238E27FC236}">
                <a16:creationId xmlns:a16="http://schemas.microsoft.com/office/drawing/2014/main" id="{BF2A7C2B-30C2-4A33-5ECF-AA672CA2B791}"/>
              </a:ext>
            </a:extLst>
          </p:cNvPr>
          <p:cNvSpPr/>
          <p:nvPr/>
        </p:nvSpPr>
        <p:spPr>
          <a:xfrm>
            <a:off x="6875084" y="3790283"/>
            <a:ext cx="1862515" cy="1216822"/>
          </a:xfrm>
          <a:prstGeom prst="bentUpArrow">
            <a:avLst>
              <a:gd name="adj1" fmla="val 25000"/>
              <a:gd name="adj2" fmla="val 25000"/>
              <a:gd name="adj3" fmla="val 319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DE31A3-CDD7-F575-38B9-2E520A9B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325B0-54CF-D4ED-4ED9-B91EACDD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0AA7B-B88C-5551-7AB7-0E0A4C09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599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15A3A-6C70-2364-C5A9-8FDDDABE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004ED8-6DA6-1BB6-DE02-7D6CF1749275}"/>
              </a:ext>
            </a:extLst>
          </p:cNvPr>
          <p:cNvSpPr txBox="1"/>
          <p:nvPr/>
        </p:nvSpPr>
        <p:spPr>
          <a:xfrm>
            <a:off x="4635504" y="0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+mj-lt"/>
              </a:rPr>
              <a:t>PentestAgent</a:t>
            </a:r>
            <a:endParaRPr lang="en-US" sz="4000" dirty="0">
              <a:latin typeface="+mj-lt"/>
            </a:endParaRPr>
          </a:p>
        </p:txBody>
      </p:sp>
      <p:pic>
        <p:nvPicPr>
          <p:cNvPr id="4" name="Picture 3" descr="A diagram of a computer security system&#10;&#10;AI-generated content may be incorrect.">
            <a:extLst>
              <a:ext uri="{FF2B5EF4-FFF2-40B4-BE49-F238E27FC236}">
                <a16:creationId xmlns:a16="http://schemas.microsoft.com/office/drawing/2014/main" id="{B2A3A1A9-F41B-644A-85E6-AB096B4D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12192000" cy="612535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EA637-4AE2-6A76-B03F-5B0AF421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677A1-BFB6-44A0-D08A-2E1338E4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7C95-B631-36C0-70CA-7A1AD4F9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45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B227-94FB-F8F7-A4EC-DEA5321D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 security system&#10;&#10;AI-generated content may be incorrect.">
            <a:extLst>
              <a:ext uri="{FF2B5EF4-FFF2-40B4-BE49-F238E27FC236}">
                <a16:creationId xmlns:a16="http://schemas.microsoft.com/office/drawing/2014/main" id="{A2109D22-8362-8395-9EF5-B8BDB6F9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12192000" cy="61253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8B4931-AB62-02BA-1D69-474A872FA0A4}"/>
              </a:ext>
            </a:extLst>
          </p:cNvPr>
          <p:cNvSpPr txBox="1"/>
          <p:nvPr/>
        </p:nvSpPr>
        <p:spPr>
          <a:xfrm>
            <a:off x="2653391" y="29687"/>
            <a:ext cx="6885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+mj-lt"/>
              </a:rPr>
              <a:t>PentestAgent</a:t>
            </a:r>
            <a:r>
              <a:rPr lang="en-US" sz="4000" dirty="0">
                <a:latin typeface="+mj-lt"/>
              </a:rPr>
              <a:t> solving 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EA02A-BD31-3D8C-A209-77B6ED6F3CEE}"/>
              </a:ext>
            </a:extLst>
          </p:cNvPr>
          <p:cNvSpPr/>
          <p:nvPr/>
        </p:nvSpPr>
        <p:spPr>
          <a:xfrm>
            <a:off x="4975242" y="4284539"/>
            <a:ext cx="7216758" cy="249239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No human in mid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Multiple agent specialization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Tool calling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Memory module for context</a:t>
            </a:r>
          </a:p>
        </p:txBody>
      </p:sp>
      <p:sp>
        <p:nvSpPr>
          <p:cNvPr id="6" name="Bent-Up Arrow 5">
            <a:extLst>
              <a:ext uri="{FF2B5EF4-FFF2-40B4-BE49-F238E27FC236}">
                <a16:creationId xmlns:a16="http://schemas.microsoft.com/office/drawing/2014/main" id="{C5282183-7903-47DB-CA20-0114314049A3}"/>
              </a:ext>
            </a:extLst>
          </p:cNvPr>
          <p:cNvSpPr/>
          <p:nvPr/>
        </p:nvSpPr>
        <p:spPr>
          <a:xfrm rot="5400000">
            <a:off x="3664563" y="4706912"/>
            <a:ext cx="1862515" cy="758842"/>
          </a:xfrm>
          <a:prstGeom prst="bentUpArrow">
            <a:avLst>
              <a:gd name="adj1" fmla="val 25000"/>
              <a:gd name="adj2" fmla="val 25000"/>
              <a:gd name="adj3" fmla="val 31944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AE17F7-9B15-9349-ACA5-F1FB6A33A27B}"/>
              </a:ext>
            </a:extLst>
          </p:cNvPr>
          <p:cNvSpPr/>
          <p:nvPr/>
        </p:nvSpPr>
        <p:spPr>
          <a:xfrm>
            <a:off x="2064280" y="767259"/>
            <a:ext cx="5479520" cy="34046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48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01078-8BF5-B038-7DAB-FC059FC4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988DB2-2614-4F75-40F0-644EA86F3C0C}"/>
              </a:ext>
            </a:extLst>
          </p:cNvPr>
          <p:cNvSpPr txBox="1"/>
          <p:nvPr/>
        </p:nvSpPr>
        <p:spPr>
          <a:xfrm>
            <a:off x="1006145" y="81070"/>
            <a:ext cx="101797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+mj-lt"/>
              </a:rPr>
              <a:t>PentestGPT</a:t>
            </a:r>
            <a:r>
              <a:rPr lang="en-US" sz="4000" dirty="0">
                <a:latin typeface="+mj-lt"/>
              </a:rPr>
              <a:t> Limitation &amp; </a:t>
            </a:r>
            <a:r>
              <a:rPr lang="en-US" sz="4000" dirty="0" err="1">
                <a:latin typeface="+mj-lt"/>
              </a:rPr>
              <a:t>PentestAgent</a:t>
            </a:r>
            <a:r>
              <a:rPr lang="en-US" sz="4000" dirty="0">
                <a:latin typeface="+mj-lt"/>
              </a:rPr>
              <a:t> Solution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BC29D3-8054-6BEE-7B1A-59E727C7C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763648"/>
              </p:ext>
            </p:extLst>
          </p:nvPr>
        </p:nvGraphicFramePr>
        <p:xfrm>
          <a:off x="660400" y="1126066"/>
          <a:ext cx="10769600" cy="5117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51486216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793023662"/>
                    </a:ext>
                  </a:extLst>
                </a:gridCol>
              </a:tblGrid>
              <a:tr h="821267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+mj-lt"/>
                        </a:rPr>
                        <a:t>PentestGPT</a:t>
                      </a:r>
                      <a:r>
                        <a:rPr lang="en-US" sz="3000" dirty="0">
                          <a:latin typeface="+mj-lt"/>
                        </a:rPr>
                        <a:t>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latin typeface="+mj-lt"/>
                        </a:rPr>
                        <a:t>PentestAgent</a:t>
                      </a:r>
                      <a:r>
                        <a:rPr lang="en-US" sz="3000" dirty="0">
                          <a:latin typeface="+mj-lt"/>
                        </a:rPr>
                        <a:t>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065701"/>
                  </a:ext>
                </a:extLst>
              </a:tr>
              <a:tr h="821267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Human in the loop for tools execution &amp; result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Using agents to run tools, parsing output and decide next steps </a:t>
                      </a:r>
                      <a:r>
                        <a:rPr lang="en-US" sz="3000" dirty="0" err="1">
                          <a:latin typeface="+mj-lt"/>
                        </a:rPr>
                        <a:t>autonomosly</a:t>
                      </a:r>
                      <a:endParaRPr lang="en-US" sz="30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52558"/>
                  </a:ext>
                </a:extLst>
              </a:tr>
              <a:tr h="821267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Single model design (all phases in one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Dedicated agent for each 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80836"/>
                  </a:ext>
                </a:extLst>
              </a:tr>
              <a:tr h="821267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Context window 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Structured memory module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761666"/>
                  </a:ext>
                </a:extLst>
              </a:tr>
              <a:tr h="821267"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User execute commands  &amp; paste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latin typeface="+mj-lt"/>
                        </a:rPr>
                        <a:t>Direct framework integration via tool calling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3381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32E6F-F9D7-DE14-499E-60A3086B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82DE7-CD7B-857C-DA10-FEE3442E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CB058-BA6E-A21E-FB1F-BCB1F97B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4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D330-B297-209B-75CF-8889FD23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2F847F-53FE-AB5F-8348-085FABDE00A3}"/>
              </a:ext>
            </a:extLst>
          </p:cNvPr>
          <p:cNvSpPr txBox="1"/>
          <p:nvPr/>
        </p:nvSpPr>
        <p:spPr>
          <a:xfrm>
            <a:off x="3637633" y="251593"/>
            <a:ext cx="4916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Results &amp; Benchmarks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99C18F-BC43-D2A2-0D81-689907B66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5780"/>
              </p:ext>
            </p:extLst>
          </p:nvPr>
        </p:nvGraphicFramePr>
        <p:xfrm>
          <a:off x="678178" y="1826090"/>
          <a:ext cx="10835640" cy="3019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364448156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113017453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3768191068"/>
                    </a:ext>
                  </a:extLst>
                </a:gridCol>
              </a:tblGrid>
              <a:tr h="1006382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PentestGPT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PentestAgent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146800"/>
                  </a:ext>
                </a:extLst>
              </a:tr>
              <a:tr h="1006382">
                <a:tc>
                  <a:txBody>
                    <a:bodyPr/>
                    <a:lstStyle/>
                    <a:p>
                      <a:r>
                        <a:rPr lang="en-US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HTB/</a:t>
                      </a:r>
                      <a:r>
                        <a:rPr lang="en-US" dirty="0" err="1"/>
                        <a:t>VulnHub</a:t>
                      </a:r>
                      <a:r>
                        <a:rPr lang="en-US" dirty="0"/>
                        <a:t>, 182 sub tasks (VM image)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 </a:t>
                      </a:r>
                      <a:r>
                        <a:rPr lang="en-US" dirty="0" err="1"/>
                        <a:t>VulHub</a:t>
                      </a:r>
                      <a:r>
                        <a:rPr lang="en-US" dirty="0"/>
                        <a:t> CVE targets (Docker)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216729"/>
                  </a:ext>
                </a:extLst>
              </a:tr>
              <a:tr h="1006382">
                <a:tc>
                  <a:txBody>
                    <a:bodyPr/>
                    <a:lstStyle/>
                    <a:p>
                      <a:r>
                        <a:rPr lang="en-US" dirty="0"/>
                        <a:t>Overall performance of LLMs on Penetration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34.25% (182 sub tasks)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74.2% (GPT-4)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47376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79F-835A-272E-55E1-8B2FE2D9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2F08-EBA2-0B01-0FA6-A140EA33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4D8E6-6100-EE69-FBF1-1BD24893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722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C2B6-0BDE-11A0-CD3F-040A27AD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3EFBF3-F852-06FF-6ADE-BE30E920430B}"/>
              </a:ext>
            </a:extLst>
          </p:cNvPr>
          <p:cNvSpPr txBox="1"/>
          <p:nvPr/>
        </p:nvSpPr>
        <p:spPr>
          <a:xfrm>
            <a:off x="5005797" y="45213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D923-04D7-CEEB-D9F3-2502691C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23,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77ECE-1DE7-E29A-E89F-2ABDA9FA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800 – Research Methods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94FB1-A2A4-FD8B-293C-D7821EE3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758A-C553-5D45-8C4B-DD861CA8EA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ED309-D366-537C-32B5-9D95EA1AD7DB}"/>
              </a:ext>
            </a:extLst>
          </p:cNvPr>
          <p:cNvSpPr txBox="1"/>
          <p:nvPr/>
        </p:nvSpPr>
        <p:spPr>
          <a:xfrm>
            <a:off x="838200" y="1645160"/>
            <a:ext cx="103137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+mj-lt"/>
              </a:rPr>
              <a:t>PentestAgent</a:t>
            </a:r>
            <a:r>
              <a:rPr lang="en-US" sz="3200" dirty="0">
                <a:latin typeface="+mj-lt"/>
              </a:rPr>
              <a:t> is the extended and upgraded version of </a:t>
            </a:r>
            <a:r>
              <a:rPr lang="en-US" sz="3200" dirty="0" err="1">
                <a:latin typeface="+mj-lt"/>
              </a:rPr>
              <a:t>PentestGPT</a:t>
            </a:r>
            <a:endParaRPr lang="en-US" sz="32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Removing the manual tasks and introduce agent to work efficiently</a:t>
            </a:r>
          </a:p>
        </p:txBody>
      </p:sp>
    </p:spTree>
    <p:extLst>
      <p:ext uri="{BB962C8B-B14F-4D97-AF65-F5344CB8AC3E}">
        <p14:creationId xmlns:p14="http://schemas.microsoft.com/office/powerpoint/2010/main" val="240879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989</Words>
  <Application>Microsoft Office PowerPoint</Application>
  <PresentationFormat>Widescreen</PresentationFormat>
  <Paragraphs>176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RAHMAN, MD HABIBUR</dc:creator>
  <cp:lastModifiedBy>RAHMAN, MD HABIBUR</cp:lastModifiedBy>
  <cp:revision>1</cp:revision>
  <dcterms:created xsi:type="dcterms:W3CDTF">2026-03-21T18:34:30Z</dcterms:created>
  <dcterms:modified xsi:type="dcterms:W3CDTF">2026-03-22T21:09:31Z</dcterms:modified>
</cp:coreProperties>
</file>